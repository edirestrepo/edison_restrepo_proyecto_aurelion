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4" r:id="rId1"/>
  </p:sldMasterIdLst>
  <p:sldIdLst>
    <p:sldId id="256" r:id="rId2"/>
    <p:sldId id="257" r:id="rId3"/>
    <p:sldId id="271" r:id="rId4"/>
    <p:sldId id="258" r:id="rId5"/>
    <p:sldId id="259" r:id="rId6"/>
    <p:sldId id="267" r:id="rId7"/>
    <p:sldId id="268" r:id="rId8"/>
    <p:sldId id="269" r:id="rId9"/>
    <p:sldId id="270" r:id="rId10"/>
    <p:sldId id="272" r:id="rId11"/>
    <p:sldId id="273" r:id="rId12"/>
    <p:sldId id="274" r:id="rId13"/>
    <p:sldId id="275" r:id="rId14"/>
    <p:sldId id="276" r:id="rId15"/>
    <p:sldId id="277" r:id="rId16"/>
    <p:sldId id="261" r:id="rId17"/>
    <p:sldId id="263" r:id="rId18"/>
    <p:sldId id="279" r:id="rId19"/>
    <p:sldId id="264" r:id="rId20"/>
    <p:sldId id="265" r:id="rId21"/>
    <p:sldId id="278" r:id="rId22"/>
    <p:sldId id="266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essa Sechurán" userId="84a0a755bd954c70" providerId="LiveId" clId="{B58A8790-1B24-479C-80DF-174FDE782D62}"/>
    <pc:docChg chg="undo custSel addSld modSld">
      <pc:chgData name="Vanessa Sechurán" userId="84a0a755bd954c70" providerId="LiveId" clId="{B58A8790-1B24-479C-80DF-174FDE782D62}" dt="2025-11-10T03:02:58.819" v="597" actId="1035"/>
      <pc:docMkLst>
        <pc:docMk/>
      </pc:docMkLst>
      <pc:sldChg chg="modSp mod">
        <pc:chgData name="Vanessa Sechurán" userId="84a0a755bd954c70" providerId="LiveId" clId="{B58A8790-1B24-479C-80DF-174FDE782D62}" dt="2025-11-10T02:49:21.956" v="389" actId="122"/>
        <pc:sldMkLst>
          <pc:docMk/>
          <pc:sldMk cId="0" sldId="256"/>
        </pc:sldMkLst>
        <pc:spChg chg="mod">
          <ac:chgData name="Vanessa Sechurán" userId="84a0a755bd954c70" providerId="LiveId" clId="{B58A8790-1B24-479C-80DF-174FDE782D62}" dt="2025-11-10T02:49:07.091" v="387" actId="122"/>
          <ac:spMkLst>
            <pc:docMk/>
            <pc:sldMk cId="0" sldId="256"/>
            <ac:spMk id="2" creationId="{00000000-0000-0000-0000-000000000000}"/>
          </ac:spMkLst>
        </pc:spChg>
        <pc:spChg chg="mod">
          <ac:chgData name="Vanessa Sechurán" userId="84a0a755bd954c70" providerId="LiveId" clId="{B58A8790-1B24-479C-80DF-174FDE782D62}" dt="2025-11-10T02:49:21.956" v="389" actId="122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Vanessa Sechurán" userId="84a0a755bd954c70" providerId="LiveId" clId="{B58A8790-1B24-479C-80DF-174FDE782D62}" dt="2025-11-10T02:52:03.807" v="413" actId="20577"/>
        <pc:sldMkLst>
          <pc:docMk/>
          <pc:sldMk cId="0" sldId="257"/>
        </pc:sldMkLst>
        <pc:spChg chg="mod">
          <ac:chgData name="Vanessa Sechurán" userId="84a0a755bd954c70" providerId="LiveId" clId="{B58A8790-1B24-479C-80DF-174FDE782D62}" dt="2025-11-10T02:50:41.860" v="391" actId="122"/>
          <ac:spMkLst>
            <pc:docMk/>
            <pc:sldMk cId="0" sldId="257"/>
            <ac:spMk id="2" creationId="{00000000-0000-0000-0000-000000000000}"/>
          </ac:spMkLst>
        </pc:spChg>
        <pc:spChg chg="mod">
          <ac:chgData name="Vanessa Sechurán" userId="84a0a755bd954c70" providerId="LiveId" clId="{B58A8790-1B24-479C-80DF-174FDE782D62}" dt="2025-11-10T02:52:03.807" v="413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Vanessa Sechurán" userId="84a0a755bd954c70" providerId="LiveId" clId="{B58A8790-1B24-479C-80DF-174FDE782D62}" dt="2025-11-10T02:53:17.259" v="505" actId="1076"/>
        <pc:sldMkLst>
          <pc:docMk/>
          <pc:sldMk cId="0" sldId="258"/>
        </pc:sldMkLst>
        <pc:spChg chg="mod">
          <ac:chgData name="Vanessa Sechurán" userId="84a0a755bd954c70" providerId="LiveId" clId="{B58A8790-1B24-479C-80DF-174FDE782D62}" dt="2025-11-10T02:52:16.774" v="414" actId="122"/>
          <ac:spMkLst>
            <pc:docMk/>
            <pc:sldMk cId="0" sldId="258"/>
            <ac:spMk id="2" creationId="{00000000-0000-0000-0000-000000000000}"/>
          </ac:spMkLst>
        </pc:spChg>
        <pc:spChg chg="mod">
          <ac:chgData name="Vanessa Sechurán" userId="84a0a755bd954c70" providerId="LiveId" clId="{B58A8790-1B24-479C-80DF-174FDE782D62}" dt="2025-11-10T02:53:17.259" v="505" actId="1076"/>
          <ac:spMkLst>
            <pc:docMk/>
            <pc:sldMk cId="0" sldId="258"/>
            <ac:spMk id="6" creationId="{0B008CCE-089B-D2DF-0C07-1CD492C0C3A2}"/>
          </ac:spMkLst>
        </pc:spChg>
      </pc:sldChg>
      <pc:sldChg chg="modSp mod">
        <pc:chgData name="Vanessa Sechurán" userId="84a0a755bd954c70" providerId="LiveId" clId="{B58A8790-1B24-479C-80DF-174FDE782D62}" dt="2025-11-10T02:53:55.458" v="513" actId="1076"/>
        <pc:sldMkLst>
          <pc:docMk/>
          <pc:sldMk cId="0" sldId="259"/>
        </pc:sldMkLst>
        <pc:spChg chg="mod">
          <ac:chgData name="Vanessa Sechurán" userId="84a0a755bd954c70" providerId="LiveId" clId="{B58A8790-1B24-479C-80DF-174FDE782D62}" dt="2025-11-10T02:53:34.378" v="508" actId="2711"/>
          <ac:spMkLst>
            <pc:docMk/>
            <pc:sldMk cId="0" sldId="259"/>
            <ac:spMk id="2" creationId="{00000000-0000-0000-0000-000000000000}"/>
          </ac:spMkLst>
        </pc:spChg>
        <pc:spChg chg="mod">
          <ac:chgData name="Vanessa Sechurán" userId="84a0a755bd954c70" providerId="LiveId" clId="{B58A8790-1B24-479C-80DF-174FDE782D62}" dt="2025-11-10T02:53:55.458" v="513" actId="1076"/>
          <ac:spMkLst>
            <pc:docMk/>
            <pc:sldMk cId="0" sldId="259"/>
            <ac:spMk id="8" creationId="{889E9E05-85CB-8424-3F2B-27A372A7F802}"/>
          </ac:spMkLst>
        </pc:spChg>
      </pc:sldChg>
      <pc:sldChg chg="modSp mod">
        <pc:chgData name="Vanessa Sechurán" userId="84a0a755bd954c70" providerId="LiveId" clId="{B58A8790-1B24-479C-80DF-174FDE782D62}" dt="2025-11-10T03:00:49.951" v="554" actId="2711"/>
        <pc:sldMkLst>
          <pc:docMk/>
          <pc:sldMk cId="0" sldId="261"/>
        </pc:sldMkLst>
        <pc:spChg chg="mod">
          <ac:chgData name="Vanessa Sechurán" userId="84a0a755bd954c70" providerId="LiveId" clId="{B58A8790-1B24-479C-80DF-174FDE782D62}" dt="2025-11-10T03:00:42.202" v="551" actId="2711"/>
          <ac:spMkLst>
            <pc:docMk/>
            <pc:sldMk cId="0" sldId="261"/>
            <ac:spMk id="2" creationId="{00000000-0000-0000-0000-000000000000}"/>
          </ac:spMkLst>
        </pc:spChg>
        <pc:spChg chg="mod">
          <ac:chgData name="Vanessa Sechurán" userId="84a0a755bd954c70" providerId="LiveId" clId="{B58A8790-1B24-479C-80DF-174FDE782D62}" dt="2025-11-10T03:00:49.951" v="554" actId="2711"/>
          <ac:spMkLst>
            <pc:docMk/>
            <pc:sldMk cId="0" sldId="261"/>
            <ac:spMk id="6" creationId="{C27163EC-4533-87E1-D46A-1D03137B701F}"/>
          </ac:spMkLst>
        </pc:spChg>
        <pc:picChg chg="mod">
          <ac:chgData name="Vanessa Sechurán" userId="84a0a755bd954c70" providerId="LiveId" clId="{B58A8790-1B24-479C-80DF-174FDE782D62}" dt="2025-11-10T03:00:44.701" v="552" actId="1076"/>
          <ac:picMkLst>
            <pc:docMk/>
            <pc:sldMk cId="0" sldId="261"/>
            <ac:picMk id="5" creationId="{D1017131-C9EA-18FD-3740-FA0E1480F0D3}"/>
          </ac:picMkLst>
        </pc:picChg>
      </pc:sldChg>
      <pc:sldChg chg="modSp mod">
        <pc:chgData name="Vanessa Sechurán" userId="84a0a755bd954c70" providerId="LiveId" clId="{B58A8790-1B24-479C-80DF-174FDE782D62}" dt="2025-11-10T03:01:57.603" v="575" actId="14100"/>
        <pc:sldMkLst>
          <pc:docMk/>
          <pc:sldMk cId="0" sldId="263"/>
        </pc:sldMkLst>
        <pc:spChg chg="mod">
          <ac:chgData name="Vanessa Sechurán" userId="84a0a755bd954c70" providerId="LiveId" clId="{B58A8790-1B24-479C-80DF-174FDE782D62}" dt="2025-11-10T03:01:27.106" v="556" actId="2711"/>
          <ac:spMkLst>
            <pc:docMk/>
            <pc:sldMk cId="0" sldId="263"/>
            <ac:spMk id="2" creationId="{00000000-0000-0000-0000-000000000000}"/>
          </ac:spMkLst>
        </pc:spChg>
        <pc:spChg chg="mod">
          <ac:chgData name="Vanessa Sechurán" userId="84a0a755bd954c70" providerId="LiveId" clId="{B58A8790-1B24-479C-80DF-174FDE782D62}" dt="2025-11-10T03:01:57.603" v="575" actId="14100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Vanessa Sechurán" userId="84a0a755bd954c70" providerId="LiveId" clId="{B58A8790-1B24-479C-80DF-174FDE782D62}" dt="2025-11-10T03:02:24.335" v="583" actId="2711"/>
        <pc:sldMkLst>
          <pc:docMk/>
          <pc:sldMk cId="0" sldId="264"/>
        </pc:sldMkLst>
        <pc:spChg chg="mod">
          <ac:chgData name="Vanessa Sechurán" userId="84a0a755bd954c70" providerId="LiveId" clId="{B58A8790-1B24-479C-80DF-174FDE782D62}" dt="2025-11-10T03:02:18.200" v="582" actId="2711"/>
          <ac:spMkLst>
            <pc:docMk/>
            <pc:sldMk cId="0" sldId="264"/>
            <ac:spMk id="2" creationId="{00000000-0000-0000-0000-000000000000}"/>
          </ac:spMkLst>
        </pc:spChg>
        <pc:spChg chg="mod">
          <ac:chgData name="Vanessa Sechurán" userId="84a0a755bd954c70" providerId="LiveId" clId="{B58A8790-1B24-479C-80DF-174FDE782D62}" dt="2025-11-10T03:02:24.335" v="583" actId="2711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Vanessa Sechurán" userId="84a0a755bd954c70" providerId="LiveId" clId="{B58A8790-1B24-479C-80DF-174FDE782D62}" dt="2025-11-10T03:02:58.819" v="597" actId="1035"/>
        <pc:sldMkLst>
          <pc:docMk/>
          <pc:sldMk cId="0" sldId="265"/>
        </pc:sldMkLst>
        <pc:spChg chg="mod">
          <ac:chgData name="Vanessa Sechurán" userId="84a0a755bd954c70" providerId="LiveId" clId="{B58A8790-1B24-479C-80DF-174FDE782D62}" dt="2025-11-10T03:02:53.883" v="591" actId="1076"/>
          <ac:spMkLst>
            <pc:docMk/>
            <pc:sldMk cId="0" sldId="265"/>
            <ac:spMk id="2" creationId="{00000000-0000-0000-0000-000000000000}"/>
          </ac:spMkLst>
        </pc:spChg>
        <pc:spChg chg="mod">
          <ac:chgData name="Vanessa Sechurán" userId="84a0a755bd954c70" providerId="LiveId" clId="{B58A8790-1B24-479C-80DF-174FDE782D62}" dt="2025-11-10T03:02:58.819" v="597" actId="1035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Vanessa Sechurán" userId="84a0a755bd954c70" providerId="LiveId" clId="{B58A8790-1B24-479C-80DF-174FDE782D62}" dt="2025-11-10T02:56:19.732" v="519" actId="1076"/>
        <pc:sldMkLst>
          <pc:docMk/>
          <pc:sldMk cId="2560471703" sldId="267"/>
        </pc:sldMkLst>
        <pc:spChg chg="mod">
          <ac:chgData name="Vanessa Sechurán" userId="84a0a755bd954c70" providerId="LiveId" clId="{B58A8790-1B24-479C-80DF-174FDE782D62}" dt="2025-11-10T02:54:05.631" v="516" actId="2711"/>
          <ac:spMkLst>
            <pc:docMk/>
            <pc:sldMk cId="2560471703" sldId="267"/>
            <ac:spMk id="2" creationId="{76BC00E4-16F0-F1A0-0D98-1CE6CC2C63D6}"/>
          </ac:spMkLst>
        </pc:spChg>
        <pc:spChg chg="mod">
          <ac:chgData name="Vanessa Sechurán" userId="84a0a755bd954c70" providerId="LiveId" clId="{B58A8790-1B24-479C-80DF-174FDE782D62}" dt="2025-11-10T02:56:19.732" v="519" actId="1076"/>
          <ac:spMkLst>
            <pc:docMk/>
            <pc:sldMk cId="2560471703" sldId="267"/>
            <ac:spMk id="8" creationId="{EA194315-A2BE-3850-596A-9DFFF617E47D}"/>
          </ac:spMkLst>
        </pc:spChg>
      </pc:sldChg>
      <pc:sldChg chg="modSp mod">
        <pc:chgData name="Vanessa Sechurán" userId="84a0a755bd954c70" providerId="LiveId" clId="{B58A8790-1B24-479C-80DF-174FDE782D62}" dt="2025-11-10T02:56:48.373" v="525" actId="1076"/>
        <pc:sldMkLst>
          <pc:docMk/>
          <pc:sldMk cId="770153048" sldId="268"/>
        </pc:sldMkLst>
        <pc:spChg chg="mod">
          <ac:chgData name="Vanessa Sechurán" userId="84a0a755bd954c70" providerId="LiveId" clId="{B58A8790-1B24-479C-80DF-174FDE782D62}" dt="2025-11-10T02:56:27.274" v="522" actId="2711"/>
          <ac:spMkLst>
            <pc:docMk/>
            <pc:sldMk cId="770153048" sldId="268"/>
            <ac:spMk id="2" creationId="{33BD6892-6A95-797F-E743-5DFCF5EEF468}"/>
          </ac:spMkLst>
        </pc:spChg>
        <pc:spChg chg="mod">
          <ac:chgData name="Vanessa Sechurán" userId="84a0a755bd954c70" providerId="LiveId" clId="{B58A8790-1B24-479C-80DF-174FDE782D62}" dt="2025-11-10T02:56:48.373" v="525" actId="1076"/>
          <ac:spMkLst>
            <pc:docMk/>
            <pc:sldMk cId="770153048" sldId="268"/>
            <ac:spMk id="8" creationId="{1620298C-4B27-350B-BAB5-1B8153C6D648}"/>
          </ac:spMkLst>
        </pc:spChg>
        <pc:picChg chg="mod">
          <ac:chgData name="Vanessa Sechurán" userId="84a0a755bd954c70" providerId="LiveId" clId="{B58A8790-1B24-479C-80DF-174FDE782D62}" dt="2025-11-10T02:56:44.142" v="523" actId="1076"/>
          <ac:picMkLst>
            <pc:docMk/>
            <pc:sldMk cId="770153048" sldId="268"/>
            <ac:picMk id="5" creationId="{4428F943-56A4-2A9E-EF3D-8904BDA587BD}"/>
          </ac:picMkLst>
        </pc:picChg>
      </pc:sldChg>
      <pc:sldChg chg="modSp mod">
        <pc:chgData name="Vanessa Sechurán" userId="84a0a755bd954c70" providerId="LiveId" clId="{B58A8790-1B24-479C-80DF-174FDE782D62}" dt="2025-11-10T02:58:12.645" v="532" actId="2711"/>
        <pc:sldMkLst>
          <pc:docMk/>
          <pc:sldMk cId="196188251" sldId="269"/>
        </pc:sldMkLst>
        <pc:spChg chg="mod">
          <ac:chgData name="Vanessa Sechurán" userId="84a0a755bd954c70" providerId="LiveId" clId="{B58A8790-1B24-479C-80DF-174FDE782D62}" dt="2025-11-10T02:58:12.645" v="532" actId="2711"/>
          <ac:spMkLst>
            <pc:docMk/>
            <pc:sldMk cId="196188251" sldId="269"/>
            <ac:spMk id="2" creationId="{0E3F1454-0039-4005-2DFB-8FF48C65C790}"/>
          </ac:spMkLst>
        </pc:spChg>
        <pc:spChg chg="mod">
          <ac:chgData name="Vanessa Sechurán" userId="84a0a755bd954c70" providerId="LiveId" clId="{B58A8790-1B24-479C-80DF-174FDE782D62}" dt="2025-11-10T02:57:18.712" v="529" actId="1076"/>
          <ac:spMkLst>
            <pc:docMk/>
            <pc:sldMk cId="196188251" sldId="269"/>
            <ac:spMk id="8" creationId="{183DF809-F675-7BAC-5EDE-654590A68482}"/>
          </ac:spMkLst>
        </pc:spChg>
      </pc:sldChg>
      <pc:sldChg chg="modSp mod">
        <pc:chgData name="Vanessa Sechurán" userId="84a0a755bd954c70" providerId="LiveId" clId="{B58A8790-1B24-479C-80DF-174FDE782D62}" dt="2025-11-10T02:59:53.454" v="540" actId="1076"/>
        <pc:sldMkLst>
          <pc:docMk/>
          <pc:sldMk cId="892068845" sldId="270"/>
        </pc:sldMkLst>
        <pc:spChg chg="mod">
          <ac:chgData name="Vanessa Sechurán" userId="84a0a755bd954c70" providerId="LiveId" clId="{B58A8790-1B24-479C-80DF-174FDE782D62}" dt="2025-11-10T02:59:37.632" v="536" actId="122"/>
          <ac:spMkLst>
            <pc:docMk/>
            <pc:sldMk cId="892068845" sldId="270"/>
            <ac:spMk id="2" creationId="{60949E6F-DF42-591D-BE16-F2B0C699758B}"/>
          </ac:spMkLst>
        </pc:spChg>
        <pc:spChg chg="mod">
          <ac:chgData name="Vanessa Sechurán" userId="84a0a755bd954c70" providerId="LiveId" clId="{B58A8790-1B24-479C-80DF-174FDE782D62}" dt="2025-11-10T02:59:51.205" v="539" actId="1076"/>
          <ac:spMkLst>
            <pc:docMk/>
            <pc:sldMk cId="892068845" sldId="270"/>
            <ac:spMk id="8" creationId="{A717F667-851A-E38C-6338-BB135467B0AF}"/>
          </ac:spMkLst>
        </pc:spChg>
        <pc:picChg chg="mod">
          <ac:chgData name="Vanessa Sechurán" userId="84a0a755bd954c70" providerId="LiveId" clId="{B58A8790-1B24-479C-80DF-174FDE782D62}" dt="2025-11-10T02:59:53.454" v="540" actId="1076"/>
          <ac:picMkLst>
            <pc:docMk/>
            <pc:sldMk cId="892068845" sldId="270"/>
            <ac:picMk id="5" creationId="{9931A785-DD33-AD93-C3BD-D75C7E1D323F}"/>
          </ac:picMkLst>
        </pc:picChg>
      </pc:sldChg>
      <pc:sldChg chg="addSp delSp modSp new mod">
        <pc:chgData name="Vanessa Sechurán" userId="84a0a755bd954c70" providerId="LiveId" clId="{B58A8790-1B24-479C-80DF-174FDE782D62}" dt="2025-11-10T02:51:03.551" v="398" actId="2711"/>
        <pc:sldMkLst>
          <pc:docMk/>
          <pc:sldMk cId="1936790430" sldId="271"/>
        </pc:sldMkLst>
        <pc:spChg chg="mod">
          <ac:chgData name="Vanessa Sechurán" userId="84a0a755bd954c70" providerId="LiveId" clId="{B58A8790-1B24-479C-80DF-174FDE782D62}" dt="2025-11-10T02:51:03.551" v="398" actId="2711"/>
          <ac:spMkLst>
            <pc:docMk/>
            <pc:sldMk cId="1936790430" sldId="271"/>
            <ac:spMk id="2" creationId="{A3EBEF41-2157-F95B-D39C-06F12C7B3528}"/>
          </ac:spMkLst>
        </pc:spChg>
        <pc:spChg chg="del">
          <ac:chgData name="Vanessa Sechurán" userId="84a0a755bd954c70" providerId="LiveId" clId="{B58A8790-1B24-479C-80DF-174FDE782D62}" dt="2025-11-10T02:25:31.450" v="27" actId="478"/>
          <ac:spMkLst>
            <pc:docMk/>
            <pc:sldMk cId="1936790430" sldId="271"/>
            <ac:spMk id="3" creationId="{E19219BA-5B23-27AA-7920-48EC5F89BDBC}"/>
          </ac:spMkLst>
        </pc:spChg>
        <pc:picChg chg="add mod">
          <ac:chgData name="Vanessa Sechurán" userId="84a0a755bd954c70" providerId="LiveId" clId="{B58A8790-1B24-479C-80DF-174FDE782D62}" dt="2025-11-10T02:25:49.460" v="31" actId="1076"/>
          <ac:picMkLst>
            <pc:docMk/>
            <pc:sldMk cId="1936790430" sldId="271"/>
            <ac:picMk id="5" creationId="{5A144A5D-CC38-FD02-B2A8-73BC21284188}"/>
          </ac:picMkLst>
        </pc:picChg>
      </pc:sldChg>
      <pc:sldChg chg="addSp delSp modSp new mod">
        <pc:chgData name="Vanessa Sechurán" userId="84a0a755bd954c70" providerId="LiveId" clId="{B58A8790-1B24-479C-80DF-174FDE782D62}" dt="2025-11-10T03:00:04.856" v="542" actId="2711"/>
        <pc:sldMkLst>
          <pc:docMk/>
          <pc:sldMk cId="1758151518" sldId="272"/>
        </pc:sldMkLst>
        <pc:spChg chg="mod">
          <ac:chgData name="Vanessa Sechurán" userId="84a0a755bd954c70" providerId="LiveId" clId="{B58A8790-1B24-479C-80DF-174FDE782D62}" dt="2025-11-10T03:00:04.856" v="542" actId="2711"/>
          <ac:spMkLst>
            <pc:docMk/>
            <pc:sldMk cId="1758151518" sldId="272"/>
            <ac:spMk id="2" creationId="{8A8A0710-DBD0-C6AC-8646-17866066689A}"/>
          </ac:spMkLst>
        </pc:spChg>
        <pc:spChg chg="add del">
          <ac:chgData name="Vanessa Sechurán" userId="84a0a755bd954c70" providerId="LiveId" clId="{B58A8790-1B24-479C-80DF-174FDE782D62}" dt="2025-11-10T02:31:12.104" v="59" actId="22"/>
          <ac:spMkLst>
            <pc:docMk/>
            <pc:sldMk cId="1758151518" sldId="272"/>
            <ac:spMk id="4" creationId="{B3A16454-5D99-7043-A593-FE4FAE6116B8}"/>
          </ac:spMkLst>
        </pc:spChg>
        <pc:picChg chg="add mod">
          <ac:chgData name="Vanessa Sechurán" userId="84a0a755bd954c70" providerId="LiveId" clId="{B58A8790-1B24-479C-80DF-174FDE782D62}" dt="2025-11-10T02:32:39.078" v="117" actId="1035"/>
          <ac:picMkLst>
            <pc:docMk/>
            <pc:sldMk cId="1758151518" sldId="272"/>
            <ac:picMk id="6" creationId="{6E045F8B-5EDE-8ACC-A0F7-1105963A3CBA}"/>
          </ac:picMkLst>
        </pc:picChg>
        <pc:picChg chg="add mod">
          <ac:chgData name="Vanessa Sechurán" userId="84a0a755bd954c70" providerId="LiveId" clId="{B58A8790-1B24-479C-80DF-174FDE782D62}" dt="2025-11-10T02:32:44.752" v="119" actId="1076"/>
          <ac:picMkLst>
            <pc:docMk/>
            <pc:sldMk cId="1758151518" sldId="272"/>
            <ac:picMk id="8" creationId="{D66BA7B5-A053-D2A3-8123-273B158FE125}"/>
          </ac:picMkLst>
        </pc:picChg>
      </pc:sldChg>
      <pc:sldChg chg="addSp delSp modSp new mod">
        <pc:chgData name="Vanessa Sechurán" userId="84a0a755bd954c70" providerId="LiveId" clId="{B58A8790-1B24-479C-80DF-174FDE782D62}" dt="2025-11-10T03:00:10.910" v="544" actId="2711"/>
        <pc:sldMkLst>
          <pc:docMk/>
          <pc:sldMk cId="4220005090" sldId="273"/>
        </pc:sldMkLst>
        <pc:spChg chg="del">
          <ac:chgData name="Vanessa Sechurán" userId="84a0a755bd954c70" providerId="LiveId" clId="{B58A8790-1B24-479C-80DF-174FDE782D62}" dt="2025-11-10T02:33:09.934" v="124" actId="478"/>
          <ac:spMkLst>
            <pc:docMk/>
            <pc:sldMk cId="4220005090" sldId="273"/>
            <ac:spMk id="2" creationId="{C8DC83AB-0969-8DB6-E046-CBC50282FA27}"/>
          </ac:spMkLst>
        </pc:spChg>
        <pc:spChg chg="add mod">
          <ac:chgData name="Vanessa Sechurán" userId="84a0a755bd954c70" providerId="LiveId" clId="{B58A8790-1B24-479C-80DF-174FDE782D62}" dt="2025-11-10T03:00:10.910" v="544" actId="2711"/>
          <ac:spMkLst>
            <pc:docMk/>
            <pc:sldMk cId="4220005090" sldId="273"/>
            <ac:spMk id="5" creationId="{382F69DE-3406-41AA-E842-74C423327956}"/>
          </ac:spMkLst>
        </pc:spChg>
        <pc:picChg chg="add mod">
          <ac:chgData name="Vanessa Sechurán" userId="84a0a755bd954c70" providerId="LiveId" clId="{B58A8790-1B24-479C-80DF-174FDE782D62}" dt="2025-11-10T02:33:17.105" v="144" actId="1076"/>
          <ac:picMkLst>
            <pc:docMk/>
            <pc:sldMk cId="4220005090" sldId="273"/>
            <ac:picMk id="4" creationId="{3801C656-40BD-CAA3-0D1F-6713021661C4}"/>
          </ac:picMkLst>
        </pc:picChg>
        <pc:picChg chg="add mod">
          <ac:chgData name="Vanessa Sechurán" userId="84a0a755bd954c70" providerId="LiveId" clId="{B58A8790-1B24-479C-80DF-174FDE782D62}" dt="2025-11-10T02:33:32.282" v="147" actId="1076"/>
          <ac:picMkLst>
            <pc:docMk/>
            <pc:sldMk cId="4220005090" sldId="273"/>
            <ac:picMk id="7" creationId="{290D32C4-D29A-254B-6F33-5665CD96E6AC}"/>
          </ac:picMkLst>
        </pc:picChg>
      </pc:sldChg>
      <pc:sldChg chg="addSp delSp modSp new mod">
        <pc:chgData name="Vanessa Sechurán" userId="84a0a755bd954c70" providerId="LiveId" clId="{B58A8790-1B24-479C-80DF-174FDE782D62}" dt="2025-11-10T03:00:16.419" v="546" actId="2711"/>
        <pc:sldMkLst>
          <pc:docMk/>
          <pc:sldMk cId="1990060087" sldId="274"/>
        </pc:sldMkLst>
        <pc:spChg chg="del">
          <ac:chgData name="Vanessa Sechurán" userId="84a0a755bd954c70" providerId="LiveId" clId="{B58A8790-1B24-479C-80DF-174FDE782D62}" dt="2025-11-10T02:33:57.297" v="150" actId="478"/>
          <ac:spMkLst>
            <pc:docMk/>
            <pc:sldMk cId="1990060087" sldId="274"/>
            <ac:spMk id="2" creationId="{1BDA519F-C61C-0480-DC7B-346A3C03142B}"/>
          </ac:spMkLst>
        </pc:spChg>
        <pc:spChg chg="add mod">
          <ac:chgData name="Vanessa Sechurán" userId="84a0a755bd954c70" providerId="LiveId" clId="{B58A8790-1B24-479C-80DF-174FDE782D62}" dt="2025-11-10T03:00:16.419" v="546" actId="2711"/>
          <ac:spMkLst>
            <pc:docMk/>
            <pc:sldMk cId="1990060087" sldId="274"/>
            <ac:spMk id="5" creationId="{45C30C85-4395-3854-BA97-80F866960824}"/>
          </ac:spMkLst>
        </pc:spChg>
        <pc:picChg chg="add mod">
          <ac:chgData name="Vanessa Sechurán" userId="84a0a755bd954c70" providerId="LiveId" clId="{B58A8790-1B24-479C-80DF-174FDE782D62}" dt="2025-11-10T02:34:29.065" v="169" actId="1038"/>
          <ac:picMkLst>
            <pc:docMk/>
            <pc:sldMk cId="1990060087" sldId="274"/>
            <ac:picMk id="4" creationId="{02B72DAA-82A8-5F23-B167-305EBCE13FFA}"/>
          </ac:picMkLst>
        </pc:picChg>
        <pc:picChg chg="add mod">
          <ac:chgData name="Vanessa Sechurán" userId="84a0a755bd954c70" providerId="LiveId" clId="{B58A8790-1B24-479C-80DF-174FDE782D62}" dt="2025-11-10T02:34:26.587" v="165" actId="1076"/>
          <ac:picMkLst>
            <pc:docMk/>
            <pc:sldMk cId="1990060087" sldId="274"/>
            <ac:picMk id="7" creationId="{146ECDE2-02FE-EF0E-B8AA-B03DE7E87B24}"/>
          </ac:picMkLst>
        </pc:picChg>
      </pc:sldChg>
      <pc:sldChg chg="addSp delSp modSp new mod">
        <pc:chgData name="Vanessa Sechurán" userId="84a0a755bd954c70" providerId="LiveId" clId="{B58A8790-1B24-479C-80DF-174FDE782D62}" dt="2025-11-10T03:00:23.323" v="547" actId="2711"/>
        <pc:sldMkLst>
          <pc:docMk/>
          <pc:sldMk cId="3880891001" sldId="275"/>
        </pc:sldMkLst>
        <pc:spChg chg="del">
          <ac:chgData name="Vanessa Sechurán" userId="84a0a755bd954c70" providerId="LiveId" clId="{B58A8790-1B24-479C-80DF-174FDE782D62}" dt="2025-11-10T02:34:50.674" v="172" actId="478"/>
          <ac:spMkLst>
            <pc:docMk/>
            <pc:sldMk cId="3880891001" sldId="275"/>
            <ac:spMk id="2" creationId="{97A4BDCE-12AE-5FAD-A305-B395DFA548A5}"/>
          </ac:spMkLst>
        </pc:spChg>
        <pc:spChg chg="add mod">
          <ac:chgData name="Vanessa Sechurán" userId="84a0a755bd954c70" providerId="LiveId" clId="{B58A8790-1B24-479C-80DF-174FDE782D62}" dt="2025-11-10T03:00:23.323" v="547" actId="2711"/>
          <ac:spMkLst>
            <pc:docMk/>
            <pc:sldMk cId="3880891001" sldId="275"/>
            <ac:spMk id="5" creationId="{69AB23D8-70A1-AA98-DAC4-7A17086E0E58}"/>
          </ac:spMkLst>
        </pc:spChg>
        <pc:picChg chg="add mod">
          <ac:chgData name="Vanessa Sechurán" userId="84a0a755bd954c70" providerId="LiveId" clId="{B58A8790-1B24-479C-80DF-174FDE782D62}" dt="2025-11-10T02:35:31.793" v="202" actId="1035"/>
          <ac:picMkLst>
            <pc:docMk/>
            <pc:sldMk cId="3880891001" sldId="275"/>
            <ac:picMk id="4" creationId="{67782860-953D-F945-A667-6057910989AA}"/>
          </ac:picMkLst>
        </pc:picChg>
        <pc:picChg chg="add mod">
          <ac:chgData name="Vanessa Sechurán" userId="84a0a755bd954c70" providerId="LiveId" clId="{B58A8790-1B24-479C-80DF-174FDE782D62}" dt="2025-11-10T02:35:35.141" v="203" actId="14100"/>
          <ac:picMkLst>
            <pc:docMk/>
            <pc:sldMk cId="3880891001" sldId="275"/>
            <ac:picMk id="7" creationId="{EA97C075-F706-971C-1C33-F867ACB85BD8}"/>
          </ac:picMkLst>
        </pc:picChg>
      </pc:sldChg>
      <pc:sldChg chg="addSp modSp new mod">
        <pc:chgData name="Vanessa Sechurán" userId="84a0a755bd954c70" providerId="LiveId" clId="{B58A8790-1B24-479C-80DF-174FDE782D62}" dt="2025-11-10T03:00:30.174" v="549" actId="2711"/>
        <pc:sldMkLst>
          <pc:docMk/>
          <pc:sldMk cId="1899479017" sldId="276"/>
        </pc:sldMkLst>
        <pc:spChg chg="mod">
          <ac:chgData name="Vanessa Sechurán" userId="84a0a755bd954c70" providerId="LiveId" clId="{B58A8790-1B24-479C-80DF-174FDE782D62}" dt="2025-11-10T03:00:30.174" v="549" actId="2711"/>
          <ac:spMkLst>
            <pc:docMk/>
            <pc:sldMk cId="1899479017" sldId="276"/>
            <ac:spMk id="2" creationId="{AAE3CCA1-808A-5D9B-2747-F687E6C182AF}"/>
          </ac:spMkLst>
        </pc:spChg>
        <pc:picChg chg="add mod">
          <ac:chgData name="Vanessa Sechurán" userId="84a0a755bd954c70" providerId="LiveId" clId="{B58A8790-1B24-479C-80DF-174FDE782D62}" dt="2025-11-10T02:38:40.294" v="253" actId="1076"/>
          <ac:picMkLst>
            <pc:docMk/>
            <pc:sldMk cId="1899479017" sldId="276"/>
            <ac:picMk id="4" creationId="{AFA8C74A-7C35-CBCF-AA96-837E3249A4DE}"/>
          </ac:picMkLst>
        </pc:picChg>
      </pc:sldChg>
      <pc:sldChg chg="addSp modSp new mod">
        <pc:chgData name="Vanessa Sechurán" userId="84a0a755bd954c70" providerId="LiveId" clId="{B58A8790-1B24-479C-80DF-174FDE782D62}" dt="2025-11-10T03:00:34.576" v="550" actId="2711"/>
        <pc:sldMkLst>
          <pc:docMk/>
          <pc:sldMk cId="2369974210" sldId="277"/>
        </pc:sldMkLst>
        <pc:spChg chg="mod">
          <ac:chgData name="Vanessa Sechurán" userId="84a0a755bd954c70" providerId="LiveId" clId="{B58A8790-1B24-479C-80DF-174FDE782D62}" dt="2025-11-10T03:00:34.576" v="550" actId="2711"/>
          <ac:spMkLst>
            <pc:docMk/>
            <pc:sldMk cId="2369974210" sldId="277"/>
            <ac:spMk id="2" creationId="{4B1D0CA2-3A57-A30D-2D85-BBF1C67D3475}"/>
          </ac:spMkLst>
        </pc:spChg>
        <pc:picChg chg="add mod">
          <ac:chgData name="Vanessa Sechurán" userId="84a0a755bd954c70" providerId="LiveId" clId="{B58A8790-1B24-479C-80DF-174FDE782D62}" dt="2025-11-10T02:39:12.138" v="307" actId="1076"/>
          <ac:picMkLst>
            <pc:docMk/>
            <pc:sldMk cId="2369974210" sldId="277"/>
            <ac:picMk id="4" creationId="{2417D9A9-2AB4-8540-7DFB-2208FE21E61B}"/>
          </ac:picMkLst>
        </pc:picChg>
      </pc:sldChg>
      <pc:sldChg chg="new">
        <pc:chgData name="Vanessa Sechurán" userId="84a0a755bd954c70" providerId="LiveId" clId="{B58A8790-1B24-479C-80DF-174FDE782D62}" dt="2025-11-10T02:41:41.607" v="308" actId="680"/>
        <pc:sldMkLst>
          <pc:docMk/>
          <pc:sldMk cId="2509258452" sldId="278"/>
        </pc:sldMkLst>
      </pc:sldChg>
      <pc:sldChg chg="addSp modSp new mod">
        <pc:chgData name="Vanessa Sechurán" userId="84a0a755bd954c70" providerId="LiveId" clId="{B58A8790-1B24-479C-80DF-174FDE782D62}" dt="2025-11-10T03:02:12.822" v="580" actId="2711"/>
        <pc:sldMkLst>
          <pc:docMk/>
          <pc:sldMk cId="2497403145" sldId="279"/>
        </pc:sldMkLst>
        <pc:spChg chg="mod">
          <ac:chgData name="Vanessa Sechurán" userId="84a0a755bd954c70" providerId="LiveId" clId="{B58A8790-1B24-479C-80DF-174FDE782D62}" dt="2025-11-10T03:02:06.852" v="578" actId="2711"/>
          <ac:spMkLst>
            <pc:docMk/>
            <pc:sldMk cId="2497403145" sldId="279"/>
            <ac:spMk id="2" creationId="{3EC15EEC-DA29-3602-7A45-3B43C2B635A4}"/>
          </ac:spMkLst>
        </pc:spChg>
        <pc:spChg chg="add mod">
          <ac:chgData name="Vanessa Sechurán" userId="84a0a755bd954c70" providerId="LiveId" clId="{B58A8790-1B24-479C-80DF-174FDE782D62}" dt="2025-11-10T03:02:12.822" v="580" actId="2711"/>
          <ac:spMkLst>
            <pc:docMk/>
            <pc:sldMk cId="2497403145" sldId="279"/>
            <ac:spMk id="4" creationId="{9F25D2DE-4746-6E88-CBB2-1C302A3D4DC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001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027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566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133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819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719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0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739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707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308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910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431915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886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3987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9900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71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660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6135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1336" y="606256"/>
            <a:ext cx="6993195" cy="2268794"/>
          </a:xfrm>
        </p:spPr>
        <p:txBody>
          <a:bodyPr/>
          <a:lstStyle/>
          <a:p>
            <a:pPr algn="ctr">
              <a:defRPr sz="3600" b="1">
                <a:solidFill>
                  <a:srgbClr val="00549F"/>
                </a:solidFill>
              </a:defRPr>
            </a:pP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Estadístico</a:t>
            </a:r>
            <a:r>
              <a:rPr lang="es-P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 de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datos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aurelion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7926" y="3416225"/>
            <a:ext cx="5692877" cy="1913466"/>
          </a:xfrm>
        </p:spPr>
        <p:txBody>
          <a:bodyPr>
            <a:normAutofit/>
          </a:bodyPr>
          <a:lstStyle/>
          <a:p>
            <a:pPr algn="ctr">
              <a:defRPr sz="1400">
                <a:solidFill>
                  <a:srgbClr val="3C3C3C"/>
                </a:solidFill>
              </a:defRPr>
            </a:pPr>
            <a:r>
              <a:rPr sz="28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Análisis</a:t>
            </a:r>
            <a:r>
              <a:rPr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sz="28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ventas</a:t>
            </a:r>
            <a:r>
              <a:rPr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sz="28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comportamiento</a:t>
            </a:r>
            <a:r>
              <a:rPr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del </a:t>
            </a:r>
            <a:r>
              <a:rPr sz="28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cliente</a:t>
            </a:r>
            <a:endParaRPr sz="2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Objetivos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la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presentación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2193150"/>
            <a:ext cx="7391400" cy="332323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  <a:defRPr sz="1400"/>
            </a:pP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Mostrar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 </a:t>
            </a:r>
            <a:r>
              <a:rPr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evolución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ventas</a:t>
            </a:r>
            <a:r>
              <a:rPr lang="es-PE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s-PE" sz="2800" dirty="0"/>
              <a:t>📈</a:t>
            </a:r>
            <a:endParaRPr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Identificar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ciudades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mayor </a:t>
            </a:r>
            <a:r>
              <a:rPr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aporte</a:t>
            </a:r>
            <a:r>
              <a:rPr lang="es-PE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s-PE" sz="2800" dirty="0"/>
              <a:t>🏙️</a:t>
            </a:r>
            <a:endParaRPr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Conocer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preferencias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medios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pago</a:t>
            </a:r>
            <a:r>
              <a:rPr lang="es-PE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s-PE" sz="2800" dirty="0"/>
              <a:t>💳</a:t>
            </a:r>
            <a:endParaRPr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Detectar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patrones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precio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</a:t>
            </a:r>
            <a:r>
              <a:rPr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cantidad</a:t>
            </a:r>
            <a:r>
              <a:rPr lang="es-PE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s-PE" sz="2800" dirty="0"/>
              <a:t>📊</a:t>
            </a:r>
            <a:endParaRPr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EBEF41-2157-F95B-D39C-06F12C7B3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P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ESTADÍSTICAS BÁSICAS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A144A5D-CC38-FD02-B2A8-73BC21284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396" y="2632655"/>
            <a:ext cx="7884826" cy="1862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790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Evolución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mensual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ventas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(Línea)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ABE05BC-5DBB-9F0A-4025-3BC53BEE92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36"/>
          <a:stretch>
            <a:fillRect/>
          </a:stretch>
        </p:blipFill>
        <p:spPr>
          <a:xfrm>
            <a:off x="609600" y="2015613"/>
            <a:ext cx="5146334" cy="376575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B008CCE-089B-D2DF-0C07-1CD492C0C3A2}"/>
              </a:ext>
            </a:extLst>
          </p:cNvPr>
          <p:cNvSpPr txBox="1"/>
          <p:nvPr/>
        </p:nvSpPr>
        <p:spPr>
          <a:xfrm>
            <a:off x="6178848" y="3015917"/>
            <a:ext cx="26353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Interpretación: </a:t>
            </a:r>
          </a:p>
          <a:p>
            <a:endParaRPr lang="es-EC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C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Caída en Abril , recuperación en mayo: </a:t>
            </a:r>
          </a:p>
          <a:p>
            <a:r>
              <a:rPr lang="es-EC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Revisar estacionalidad</a:t>
            </a:r>
            <a:endParaRPr lang="es-EC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0853" y="192389"/>
            <a:ext cx="7429499" cy="1478570"/>
          </a:xfrm>
        </p:spPr>
        <p:txBody>
          <a:bodyPr/>
          <a:lstStyle/>
          <a:p>
            <a:pPr algn="ctr"/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Ventas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ciudad (Barras)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BCB6BC9-BA4E-BE9E-C018-EC269426DB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15"/>
          <a:stretch>
            <a:fillRect/>
          </a:stretch>
        </p:blipFill>
        <p:spPr>
          <a:xfrm>
            <a:off x="693443" y="1847801"/>
            <a:ext cx="5944589" cy="4208872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889E9E05-85CB-8424-3F2B-27A372A7F802}"/>
              </a:ext>
            </a:extLst>
          </p:cNvPr>
          <p:cNvSpPr txBox="1"/>
          <p:nvPr/>
        </p:nvSpPr>
        <p:spPr>
          <a:xfrm>
            <a:off x="6795617" y="2798075"/>
            <a:ext cx="21085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Interpretación </a:t>
            </a:r>
          </a:p>
          <a:p>
            <a:r>
              <a:rPr lang="es-EC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
</a:t>
            </a:r>
            <a:r>
              <a:rPr lang="es-EC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Rio Cuarto es donde se registra el mayor ingreso económico en ventas mientras que Mendiolaza el menor valor.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0E79A-7CB6-4188-2C9B-5A56634FC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C00E4-16F0-F1A0-0D98-1CE6CC2C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276569"/>
            <a:ext cx="7429499" cy="1478570"/>
          </a:xfrm>
        </p:spPr>
        <p:txBody>
          <a:bodyPr/>
          <a:lstStyle/>
          <a:p>
            <a:pPr algn="ctr"/>
            <a:r>
              <a:rPr lang="es-EC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Ventas por Categoría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(Barras)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A194315-A2BE-3850-596A-9DFFF617E47D}"/>
              </a:ext>
            </a:extLst>
          </p:cNvPr>
          <p:cNvSpPr txBox="1"/>
          <p:nvPr/>
        </p:nvSpPr>
        <p:spPr>
          <a:xfrm>
            <a:off x="6657964" y="2551837"/>
            <a:ext cx="19313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Interpretación </a:t>
            </a:r>
          </a:p>
          <a:p>
            <a:r>
              <a:rPr lang="es-EC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
</a:t>
            </a:r>
            <a:r>
              <a:rPr lang="es-EC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Las mayores ventas son por productos de limpieza.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72AF31B-3EA8-D900-2622-B9AB042BC9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63255" y="1785960"/>
            <a:ext cx="5837129" cy="4056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471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E5716-1D87-DD59-B56A-AA04A488B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D6892-6A95-797F-E743-5DFCF5EEF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604" y="483606"/>
            <a:ext cx="7429499" cy="1478570"/>
          </a:xfrm>
        </p:spPr>
        <p:txBody>
          <a:bodyPr>
            <a:normAutofit/>
          </a:bodyPr>
          <a:lstStyle/>
          <a:p>
            <a:pPr algn="ctr"/>
            <a:r>
              <a:rPr lang="es-EC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10 productos por ingreso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(Barras)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620298C-4B27-350B-BAB5-1B8153C6D648}"/>
              </a:ext>
            </a:extLst>
          </p:cNvPr>
          <p:cNvSpPr txBox="1"/>
          <p:nvPr/>
        </p:nvSpPr>
        <p:spPr>
          <a:xfrm>
            <a:off x="6538043" y="2777372"/>
            <a:ext cx="248603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b="1" dirty="0"/>
              <a:t>Interpretación </a:t>
            </a:r>
          </a:p>
          <a:p>
            <a:r>
              <a:rPr lang="es-EC" b="1" dirty="0"/>
              <a:t>
</a:t>
            </a:r>
            <a:r>
              <a:rPr lang="es-EC" dirty="0"/>
              <a:t>Entre los 10 productos que mas generaron ingresos, el desodorante en Aerosol ocupa el primer lugar.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428F943-56A4-2A9E-EF3D-8904BDA58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709" y="1970176"/>
            <a:ext cx="5860277" cy="440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153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D8490-F65A-E8DB-CCB0-F2F45098E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F1454-0039-4005-2DFB-8FF48C65C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60" y="176661"/>
            <a:ext cx="7429499" cy="1478570"/>
          </a:xfrm>
        </p:spPr>
        <p:txBody>
          <a:bodyPr>
            <a:normAutofit/>
          </a:bodyPr>
          <a:lstStyle/>
          <a:p>
            <a:pPr algn="ctr"/>
            <a:r>
              <a:rPr lang="es-EC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Distribución de ingresos por medio de pago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(Barras)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83DF809-F675-7BAC-5EDE-654590A68482}"/>
              </a:ext>
            </a:extLst>
          </p:cNvPr>
          <p:cNvSpPr txBox="1"/>
          <p:nvPr/>
        </p:nvSpPr>
        <p:spPr>
          <a:xfrm>
            <a:off x="6539978" y="2697953"/>
            <a:ext cx="211418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Interpretación </a:t>
            </a:r>
          </a:p>
          <a:p>
            <a:pPr algn="ctr"/>
            <a:r>
              <a:rPr lang="es-EC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
</a:t>
            </a:r>
            <a:r>
              <a:rPr lang="es-EC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mayoría de clientes realizó el pago en efectivo seguido por el pago con código QR, la minoría utilizaron tarjeta.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CB65D78-F9DB-3A34-8BA3-6E8792849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397" y="1973193"/>
            <a:ext cx="6240581" cy="4352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88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F61BF-BDAB-C4EE-4661-4DF667646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49E6F-DF42-591D-BE16-F2B0C6997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60" y="423646"/>
            <a:ext cx="7429499" cy="1478570"/>
          </a:xfrm>
        </p:spPr>
        <p:txBody>
          <a:bodyPr>
            <a:noAutofit/>
          </a:bodyPr>
          <a:lstStyle/>
          <a:p>
            <a:pPr algn="ctr"/>
            <a:r>
              <a:rPr lang="es-EC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Distribución de ticket por venta (OUTLIERS</a:t>
            </a:r>
            <a:r>
              <a:rPr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717F667-851A-E38C-6338-BB135467B0AF}"/>
              </a:ext>
            </a:extLst>
          </p:cNvPr>
          <p:cNvSpPr txBox="1"/>
          <p:nvPr/>
        </p:nvSpPr>
        <p:spPr>
          <a:xfrm>
            <a:off x="5995744" y="2351633"/>
            <a:ext cx="2818473" cy="3252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Interpretación </a:t>
            </a:r>
          </a:p>
          <a:p>
            <a:r>
              <a:rPr lang="es-EC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
</a:t>
            </a:r>
            <a:r>
              <a:rPr lang="es-EC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mediana del importe por tickets venta se ubica próxima a $20.000 con valores de confianza cerca a la mediana entre $10.000 y $30.000 aprox. Los puntos alejados son valores fuera del rango de los $40.000 y bajo los $10.000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931A785-DD33-AD93-C3BD-D75C7E1D32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90"/>
          <a:stretch>
            <a:fillRect/>
          </a:stretch>
        </p:blipFill>
        <p:spPr>
          <a:xfrm>
            <a:off x="580264" y="2139216"/>
            <a:ext cx="5222057" cy="3677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068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8A0710-DBD0-C6AC-8646-178660666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080" y="283465"/>
            <a:ext cx="7433500" cy="562038"/>
          </a:xfrm>
        </p:spPr>
        <p:txBody>
          <a:bodyPr>
            <a:normAutofit fontScale="90000"/>
          </a:bodyPr>
          <a:lstStyle/>
          <a:p>
            <a:pPr algn="ctr"/>
            <a:r>
              <a:rPr lang="es-P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Histograma Y BOXPLOT de cantidad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E045F8B-5EDE-8ACC-A0F7-1105963A3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080" y="1018724"/>
            <a:ext cx="5020126" cy="250049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66BA7B5-A053-D2A3-8123-273B158FE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741811"/>
            <a:ext cx="4385676" cy="2868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151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801C656-40BD-CAA3-0D1F-671302166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498" y="1064302"/>
            <a:ext cx="5496722" cy="2719954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382F69DE-3406-41AA-E842-74C423327956}"/>
              </a:ext>
            </a:extLst>
          </p:cNvPr>
          <p:cNvSpPr txBox="1">
            <a:spLocks/>
          </p:cNvSpPr>
          <p:nvPr/>
        </p:nvSpPr>
        <p:spPr>
          <a:xfrm>
            <a:off x="826080" y="283465"/>
            <a:ext cx="7433500" cy="5620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P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Histograma Y BOXPLOT de PRECIO UNITARIO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90D32C4-D29A-254B-6F33-5665CD96E6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2830" y="4003055"/>
            <a:ext cx="4041563" cy="2622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0050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02B72DAA-82A8-5F23-B167-305EBCE13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82" y="860493"/>
            <a:ext cx="5458190" cy="2645551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45C30C85-4395-3854-BA97-80F866960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080" y="283465"/>
            <a:ext cx="7433500" cy="562038"/>
          </a:xfrm>
        </p:spPr>
        <p:txBody>
          <a:bodyPr>
            <a:normAutofit fontScale="90000"/>
          </a:bodyPr>
          <a:lstStyle/>
          <a:p>
            <a:pPr algn="ctr"/>
            <a:r>
              <a:rPr lang="es-P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Histograma Y BOXPLOT de IMPORTE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46ECDE2-02FE-EF0E-B8AA-B03DE7E87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2830" y="3650910"/>
            <a:ext cx="4294994" cy="2802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0600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67782860-953D-F945-A667-605791098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234" y="990112"/>
            <a:ext cx="5668753" cy="2779939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69AB23D8-70A1-AA98-DAC4-7A17086E0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079" y="283465"/>
            <a:ext cx="7853225" cy="562038"/>
          </a:xfrm>
        </p:spPr>
        <p:txBody>
          <a:bodyPr>
            <a:noAutofit/>
          </a:bodyPr>
          <a:lstStyle/>
          <a:p>
            <a:r>
              <a:rPr lang="es-PE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Histograma Y BOXPLOT de ticket por venta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A97C075-F706-971C-1C33-F867ACB85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0955" y="3888734"/>
            <a:ext cx="4823242" cy="2748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891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E3CCA1-808A-5D9B-2747-F687E6C18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198792"/>
            <a:ext cx="7429499" cy="1478570"/>
          </a:xfrm>
        </p:spPr>
        <p:txBody>
          <a:bodyPr>
            <a:normAutofit/>
          </a:bodyPr>
          <a:lstStyle/>
          <a:p>
            <a:pPr algn="ctr"/>
            <a:r>
              <a:rPr lang="es-PE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Matriz de correlación entre variables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FA8C74A-7C35-CBCF-AA96-837E3249A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638" y="1492103"/>
            <a:ext cx="6128268" cy="4867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4790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1D0CA2-3A57-A30D-2D85-BBF1C67D3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RESUMEN DE OUTLIERS POR VARIABLE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417D9A9-2AB4-8540-7DFB-2208FE21E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029" y="2498004"/>
            <a:ext cx="8285559" cy="2262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9742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Producto</a:t>
            </a:r>
            <a:r>
              <a:rPr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vs </a:t>
            </a:r>
            <a:r>
              <a:rPr sz="3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Precio</a:t>
            </a:r>
            <a:r>
              <a:rPr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unitario</a:t>
            </a:r>
            <a:r>
              <a:rPr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sz="3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Dispersió</a:t>
            </a:r>
            <a:r>
              <a:rPr lang="en-US" sz="3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s-E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ScatterPlot</a:t>
            </a:r>
            <a:br>
              <a:rPr lang="es-ES" sz="3600" b="1" kern="0" dirty="0">
                <a:solidFill>
                  <a:srgbClr val="EE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</a:br>
            <a:endParaRPr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1017131-C9EA-18FD-3740-FA0E1480F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952" y="2097088"/>
            <a:ext cx="4677428" cy="372479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27163EC-4533-87E1-D46A-1D03137B701F}"/>
              </a:ext>
            </a:extLst>
          </p:cNvPr>
          <p:cNvSpPr txBox="1"/>
          <p:nvPr/>
        </p:nvSpPr>
        <p:spPr>
          <a:xfrm>
            <a:off x="6092086" y="3283585"/>
            <a:ext cx="236957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Interpretación </a:t>
            </a:r>
          </a:p>
          <a:p>
            <a:r>
              <a:rPr lang="es-EC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
</a:t>
            </a:r>
            <a:r>
              <a:rPr lang="es-EC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 Correlación existente entre producto y precio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Observación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destacada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56060" y="2081889"/>
            <a:ext cx="7823245" cy="2430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400"/>
            </a:pPr>
            <a:r>
              <a:rPr lang="es-EC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mayor parte de los ingresos proviene de unas pocas ciudades. 
Se recomienda priorizar recursos de marketing y logística en esas zonas para maximizar ventas.</a:t>
            </a:r>
            <a:endParaRPr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C15EEC-DA29-3602-7A45-3B43C2B63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575" y="243764"/>
            <a:ext cx="7429499" cy="1478570"/>
          </a:xfrm>
        </p:spPr>
        <p:txBody>
          <a:bodyPr/>
          <a:lstStyle/>
          <a:p>
            <a:pPr algn="ctr"/>
            <a:r>
              <a:rPr lang="es-P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Interpretación de resultados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F25D2DE-4746-6E88-CBB2-1C302A3D4DC9}"/>
              </a:ext>
            </a:extLst>
          </p:cNvPr>
          <p:cNvSpPr txBox="1"/>
          <p:nvPr/>
        </p:nvSpPr>
        <p:spPr>
          <a:xfrm>
            <a:off x="883484" y="1528996"/>
            <a:ext cx="7723680" cy="4197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s-MX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 Centralización de la información</a:t>
            </a:r>
          </a:p>
          <a:p>
            <a:pPr>
              <a:lnSpc>
                <a:spcPct val="150000"/>
              </a:lnSpc>
              <a:buNone/>
            </a:pPr>
            <a:r>
              <a:rPr lang="es-MX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Patrones de Consumo y ventas</a:t>
            </a:r>
          </a:p>
          <a:p>
            <a:pPr>
              <a:lnSpc>
                <a:spcPct val="150000"/>
              </a:lnSpc>
              <a:buNone/>
            </a:pPr>
            <a:r>
              <a:rPr lang="es-MX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Top 10 de productos por ingreso</a:t>
            </a:r>
          </a:p>
          <a:p>
            <a:pPr>
              <a:lnSpc>
                <a:spcPct val="150000"/>
              </a:lnSpc>
              <a:buNone/>
            </a:pPr>
            <a:r>
              <a:rPr lang="es-MX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Clientes más valiosos</a:t>
            </a:r>
          </a:p>
          <a:p>
            <a:pPr>
              <a:lnSpc>
                <a:spcPct val="150000"/>
              </a:lnSpc>
              <a:buNone/>
            </a:pPr>
            <a:r>
              <a:rPr lang="es-MX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Medios de pago más utilizados</a:t>
            </a:r>
          </a:p>
          <a:p>
            <a:pPr>
              <a:lnSpc>
                <a:spcPct val="150000"/>
              </a:lnSpc>
              <a:buNone/>
            </a:pPr>
            <a:r>
              <a:rPr lang="es-MX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Evolución temporal</a:t>
            </a:r>
          </a:p>
          <a:p>
            <a:pPr>
              <a:lnSpc>
                <a:spcPct val="150000"/>
              </a:lnSpc>
              <a:buNone/>
            </a:pPr>
            <a:r>
              <a:rPr lang="es-MX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7. Estadísticas y distribución</a:t>
            </a:r>
          </a:p>
          <a:p>
            <a:pPr>
              <a:lnSpc>
                <a:spcPct val="150000"/>
              </a:lnSpc>
              <a:buNone/>
            </a:pPr>
            <a:r>
              <a:rPr lang="es-MX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8. Correlaciones</a:t>
            </a:r>
          </a:p>
          <a:p>
            <a:pPr>
              <a:lnSpc>
                <a:spcPct val="150000"/>
              </a:lnSpc>
              <a:buNone/>
            </a:pPr>
            <a:r>
              <a:rPr lang="es-MX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9. </a:t>
            </a:r>
            <a:r>
              <a:rPr lang="es-MX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Outliers</a:t>
            </a:r>
            <a:endParaRPr lang="es-MX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74031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228142"/>
            <a:ext cx="7429499" cy="1029495"/>
          </a:xfrm>
        </p:spPr>
        <p:txBody>
          <a:bodyPr/>
          <a:lstStyle/>
          <a:p>
            <a:pPr algn="ctr"/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Conclusiones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11937" y="1107737"/>
            <a:ext cx="8212337" cy="5033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Ventas con variaciones temporales significativas (Meses Abril y Mayo).</a:t>
            </a:r>
          </a:p>
          <a:p>
            <a:pPr>
              <a:lnSpc>
                <a:spcPct val="150000"/>
              </a:lnSpc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Concentración de ventas en pocas ciudades (Rio Cuarto-Altagracia- Córdova).</a:t>
            </a:r>
          </a:p>
          <a:p>
            <a:pPr>
              <a:lnSpc>
                <a:spcPct val="150000"/>
              </a:lnSpc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Preferencia marcada por ciertos medios de pago (efectivo).</a:t>
            </a:r>
          </a:p>
          <a:p>
            <a:pPr>
              <a:lnSpc>
                <a:spcPct val="150000"/>
              </a:lnSpc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No se detecta correlación fuerte entre cantidad y precio unitario.</a:t>
            </a:r>
          </a:p>
          <a:p>
            <a:pPr>
              <a:lnSpc>
                <a:spcPct val="150000"/>
              </a:lnSpc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El sistema diseñado responde directamente al problema de </a:t>
            </a:r>
            <a:r>
              <a:rPr lang="es-MX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Aurelion</a:t>
            </a: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Ordena y centraliza la información dispersa.</a:t>
            </a:r>
          </a:p>
          <a:p>
            <a:pPr>
              <a:lnSpc>
                <a:spcPct val="150000"/>
              </a:lnSpc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El sistema optimiza consultas y genera reportes clave para la toma de decisiones.</a:t>
            </a:r>
          </a:p>
          <a:p>
            <a:pPr>
              <a:lnSpc>
                <a:spcPct val="150000"/>
              </a:lnSpc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También identifica patrones de consumo y clientes estratégicos.</a:t>
            </a:r>
          </a:p>
          <a:p>
            <a:pPr>
              <a:lnSpc>
                <a:spcPct val="150000"/>
              </a:lnSpc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El sistema mejora la gestión de inventario al saber qué productos y categorías tienen mayor rotación de productos.</a:t>
            </a:r>
          </a:p>
          <a:p>
            <a:pPr>
              <a:lnSpc>
                <a:spcPct val="150000"/>
              </a:lnSpc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Finalmente, apoya la estrategia comercial con </a:t>
            </a:r>
            <a:r>
              <a:rPr lang="es-MX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</a:t>
            </a: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sobre ciudades más rentables y medios de pago preferidos.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175785"/>
            <a:ext cx="7429499" cy="1478570"/>
          </a:xfrm>
        </p:spPr>
        <p:txBody>
          <a:bodyPr/>
          <a:lstStyle/>
          <a:p>
            <a:pPr algn="ctr"/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Recomendaciones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3255" y="1515524"/>
            <a:ext cx="7429499" cy="4831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300"/>
            </a:pPr>
            <a:r>
              <a:rPr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s-EC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Enfocar promociones y stock en ciudades top para aumentar ventas.
• Ofrecer descuentos o incentivos en los medios de pago más usados.
• Revisar política de precios para productos con alta dispersión.
• Monitorizar ventas semanalmente para detectar cambios de tendencia.</a:t>
            </a:r>
            <a:endParaRPr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4E07D7-7025-B113-3446-77D1BA6C0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092584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Metodología y fuentes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760" y="3084871"/>
            <a:ext cx="685254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rPr sz="2000" dirty="0"/>
              <a:t>Datos </a:t>
            </a:r>
            <a:r>
              <a:rPr sz="2000" dirty="0" err="1"/>
              <a:t>procesados</a:t>
            </a:r>
            <a:r>
              <a:rPr sz="2000" dirty="0"/>
              <a:t> </a:t>
            </a:r>
            <a:r>
              <a:rPr sz="2000" dirty="0" err="1"/>
              <a:t>desde</a:t>
            </a:r>
            <a:r>
              <a:rPr sz="2000" dirty="0"/>
              <a:t> </a:t>
            </a:r>
            <a:r>
              <a:rPr sz="2000" dirty="0" err="1"/>
              <a:t>archivos</a:t>
            </a:r>
            <a:r>
              <a:rPr sz="2000" dirty="0"/>
              <a:t> </a:t>
            </a:r>
            <a:r>
              <a:rPr sz="2000" dirty="0" err="1"/>
              <a:t>proporcionados</a:t>
            </a:r>
            <a:r>
              <a:rPr sz="2000" dirty="0"/>
              <a:t>: detalle_ventas.xlsx, productos.xlsx, ventas.xlsx.</a:t>
            </a:r>
          </a:p>
          <a:p>
            <a:pPr>
              <a:defRPr sz="1100"/>
            </a:pPr>
            <a:r>
              <a:rPr sz="2000" dirty="0" err="1"/>
              <a:t>Cálculo</a:t>
            </a:r>
            <a:r>
              <a:rPr sz="2000" dirty="0"/>
              <a:t> de </a:t>
            </a:r>
            <a:r>
              <a:rPr sz="2000" dirty="0" err="1"/>
              <a:t>totales</a:t>
            </a:r>
            <a:r>
              <a:rPr sz="2000" dirty="0"/>
              <a:t>: columna '</a:t>
            </a:r>
            <a:r>
              <a:rPr sz="2000" dirty="0" err="1"/>
              <a:t>importe</a:t>
            </a:r>
            <a:r>
              <a:rPr sz="2000" dirty="0"/>
              <a:t>' del </a:t>
            </a:r>
            <a:r>
              <a:rPr sz="2000" dirty="0" err="1"/>
              <a:t>detalle</a:t>
            </a:r>
            <a:r>
              <a:rPr sz="2000" dirty="0"/>
              <a:t> de </a:t>
            </a:r>
            <a:r>
              <a:rPr sz="2000" dirty="0" err="1"/>
              <a:t>ventas</a:t>
            </a:r>
            <a:r>
              <a:rPr sz="2000" dirty="0"/>
              <a:t>.</a:t>
            </a:r>
          </a:p>
          <a:p>
            <a:pPr>
              <a:defRPr sz="1100"/>
            </a:pPr>
            <a:r>
              <a:rPr sz="2000" dirty="0" err="1"/>
              <a:t>Gráficos</a:t>
            </a:r>
            <a:r>
              <a:rPr sz="2000" dirty="0"/>
              <a:t> </a:t>
            </a:r>
            <a:r>
              <a:rPr sz="2000" dirty="0" err="1"/>
              <a:t>generados</a:t>
            </a:r>
            <a:r>
              <a:rPr sz="2000" dirty="0"/>
              <a:t> </a:t>
            </a:r>
            <a:r>
              <a:rPr lang="en-US" sz="2000" dirty="0"/>
              <a:t>con Visual Code</a:t>
            </a:r>
            <a:endParaRPr sz="20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Circuito</Template>
  <TotalTime>357</TotalTime>
  <Words>586</Words>
  <Application>Microsoft Office PowerPoint</Application>
  <PresentationFormat>Presentación en pantalla (4:3)</PresentationFormat>
  <Paragraphs>65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6" baseType="lpstr">
      <vt:lpstr>Arial</vt:lpstr>
      <vt:lpstr>Calibri</vt:lpstr>
      <vt:lpstr>Tw Cen MT</vt:lpstr>
      <vt:lpstr>Circuito</vt:lpstr>
      <vt:lpstr>Dashboard Estadístico base de datos aurelion </vt:lpstr>
      <vt:lpstr>Objetivos de la presentación</vt:lpstr>
      <vt:lpstr>ESTADÍSTICAS BÁSICAS</vt:lpstr>
      <vt:lpstr>Evolución mensual de ventas(Línea)</vt:lpstr>
      <vt:lpstr>Ventas por ciudad (Barras)</vt:lpstr>
      <vt:lpstr>Ventas por Categoría(Barras)</vt:lpstr>
      <vt:lpstr>Top 10 productos por ingreso(Barras)</vt:lpstr>
      <vt:lpstr>Distribución de ingresos por medio de pago(Barras)</vt:lpstr>
      <vt:lpstr>Distribución de ticket por venta (OUTLIERS)</vt:lpstr>
      <vt:lpstr>Histograma Y BOXPLOT de cantidad</vt:lpstr>
      <vt:lpstr>Presentación de PowerPoint</vt:lpstr>
      <vt:lpstr>Histograma Y BOXPLOT de IMPORTE</vt:lpstr>
      <vt:lpstr>Histograma Y BOXPLOT de ticket por venta</vt:lpstr>
      <vt:lpstr>Matriz de correlación entre variables</vt:lpstr>
      <vt:lpstr>RESUMEN DE OUTLIERS POR VARIABLE</vt:lpstr>
      <vt:lpstr>Producto vs Precio unitario (Dispersión) ScatterPlot </vt:lpstr>
      <vt:lpstr>Observación destacada</vt:lpstr>
      <vt:lpstr>Interpretación de resultados</vt:lpstr>
      <vt:lpstr>Conclusiones</vt:lpstr>
      <vt:lpstr>Recomendaciones</vt:lpstr>
      <vt:lpstr>Presentación de PowerPoint</vt:lpstr>
      <vt:lpstr>Metodología y fuentes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Casa</dc:creator>
  <cp:keywords/>
  <dc:description>generated using python-pptx</dc:description>
  <cp:lastModifiedBy>Vanessa Sechurán</cp:lastModifiedBy>
  <cp:revision>18</cp:revision>
  <dcterms:created xsi:type="dcterms:W3CDTF">2013-01-27T09:14:16Z</dcterms:created>
  <dcterms:modified xsi:type="dcterms:W3CDTF">2025-11-10T03:03:00Z</dcterms:modified>
  <cp:category/>
</cp:coreProperties>
</file>